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2" d="100"/>
          <a:sy n="162" d="100"/>
        </p:scale>
        <p:origin x="144" y="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97436"/>
            <a:ext cx="7772400" cy="1019022"/>
          </a:xfrm>
        </p:spPr>
        <p:txBody>
          <a:bodyPr>
            <a:normAutofit/>
          </a:bodyPr>
          <a:lstStyle>
            <a:lvl1pPr>
              <a:defRPr sz="24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223934"/>
            <a:ext cx="7772400" cy="43581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  <a:latin typeface="HDA DIN Office" panose="020B0503030000020003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822EE25-6B2F-F500-2D33-0F9FFD055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1423" y="1950750"/>
            <a:ext cx="5061153" cy="12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206062" cy="857250"/>
          </a:xfrm>
        </p:spPr>
        <p:txBody>
          <a:bodyPr anchor="b">
            <a:normAutofit/>
          </a:bodyPr>
          <a:lstStyle>
            <a:lvl1pPr algn="l"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2751"/>
            <a:ext cx="8229600" cy="3231872"/>
          </a:xfrm>
        </p:spPr>
        <p:txBody>
          <a:bodyPr/>
          <a:lstStyle>
            <a:lvl1pPr>
              <a:defRPr>
                <a:latin typeface="HDA DIN Office" panose="020B0503030000020003" pitchFamily="34" charset="0"/>
              </a:defRPr>
            </a:lvl1pPr>
            <a:lvl2pPr>
              <a:defRPr>
                <a:latin typeface="HDA DIN Office" panose="020B0503030000020003" pitchFamily="34" charset="0"/>
              </a:defRPr>
            </a:lvl2pPr>
            <a:lvl3pPr>
              <a:defRPr>
                <a:latin typeface="HDA DIN Office" panose="020B0503030000020003" pitchFamily="34" charset="0"/>
              </a:defRPr>
            </a:lvl3pPr>
            <a:lvl4pPr>
              <a:defRPr>
                <a:latin typeface="HDA DIN Office" panose="020B0503030000020003" pitchFamily="34" charset="0"/>
              </a:defRPr>
            </a:lvl4pPr>
            <a:lvl5pPr>
              <a:defRPr>
                <a:latin typeface="HDA DIN Office" panose="020B05030300000200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79B525C-1EEF-72CA-A82D-D3BAC00295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  <a:latin typeface="HDA DIN Office" panose="020B0503030000020003" pitchFamily="34" charset="0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64CE7B6-0D00-6A0F-8A9A-8BE7A6714A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093974" cy="857250"/>
          </a:xfrm>
        </p:spPr>
        <p:txBody>
          <a:bodyPr anchor="b">
            <a:normAutofit/>
          </a:bodyPr>
          <a:lstStyle>
            <a:lvl1pPr algn="l"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44D68D6-0E24-8912-F3CD-CDF822983C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135270" cy="857250"/>
          </a:xfrm>
        </p:spPr>
        <p:txBody>
          <a:bodyPr anchor="b">
            <a:normAutofit/>
          </a:bodyPr>
          <a:lstStyle>
            <a:lvl1pPr algn="l"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0">
                <a:latin typeface="HDA DIN Office Bold" panose="020B08030300000200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>
                <a:latin typeface="HDA DIN Office" panose="020B0503030000020003" pitchFamily="34" charset="0"/>
              </a:defRPr>
            </a:lvl1pPr>
            <a:lvl2pPr>
              <a:defRPr sz="1500">
                <a:latin typeface="HDA DIN Office" panose="020B0503030000020003" pitchFamily="34" charset="0"/>
              </a:defRPr>
            </a:lvl2pPr>
            <a:lvl3pPr>
              <a:defRPr sz="1350">
                <a:latin typeface="HDA DIN Office" panose="020B0503030000020003" pitchFamily="34" charset="0"/>
              </a:defRPr>
            </a:lvl3pPr>
            <a:lvl4pPr>
              <a:defRPr sz="1200">
                <a:latin typeface="HDA DIN Office" panose="020B0503030000020003" pitchFamily="34" charset="0"/>
              </a:defRPr>
            </a:lvl4pPr>
            <a:lvl5pPr>
              <a:defRPr sz="1200">
                <a:latin typeface="HDA DIN Office" panose="020B0503030000020003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0">
                <a:latin typeface="HDA DIN Office Bold" panose="020B08030300000200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>
                <a:latin typeface="HDA DIN Office" panose="020B0503030000020003" pitchFamily="34" charset="0"/>
              </a:defRPr>
            </a:lvl1pPr>
            <a:lvl2pPr>
              <a:defRPr sz="1500">
                <a:latin typeface="HDA DIN Office" panose="020B0503030000020003" pitchFamily="34" charset="0"/>
              </a:defRPr>
            </a:lvl2pPr>
            <a:lvl3pPr>
              <a:defRPr sz="1350">
                <a:latin typeface="HDA DIN Office" panose="020B0503030000020003" pitchFamily="34" charset="0"/>
              </a:defRPr>
            </a:lvl3pPr>
            <a:lvl4pPr>
              <a:defRPr sz="1200">
                <a:latin typeface="HDA DIN Office" panose="020B0503030000020003" pitchFamily="34" charset="0"/>
              </a:defRPr>
            </a:lvl4pPr>
            <a:lvl5pPr>
              <a:defRPr sz="1200">
                <a:latin typeface="HDA DIN Office" panose="020B0503030000020003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6250313-28D2-7D6B-F56D-F1A5144365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188364" cy="857250"/>
          </a:xfrm>
        </p:spPr>
        <p:txBody>
          <a:bodyPr>
            <a:normAutofit/>
          </a:bodyPr>
          <a:lstStyle>
            <a:lvl1pPr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3D1F59D-2EFD-1901-5FAF-892D91636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08EF5F-4E68-83FA-62C8-8B41F48F1D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4521854" cy="871538"/>
          </a:xfrm>
        </p:spPr>
        <p:txBody>
          <a:bodyPr anchor="b"/>
          <a:lstStyle>
            <a:lvl1pPr algn="l">
              <a:defRPr sz="2600" b="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7526" y="1374549"/>
            <a:ext cx="5259274" cy="3203350"/>
          </a:xfrm>
        </p:spPr>
        <p:txBody>
          <a:bodyPr/>
          <a:lstStyle>
            <a:lvl1pPr>
              <a:defRPr sz="2400">
                <a:latin typeface="HDA DIN Office" panose="020B0503030000020003" pitchFamily="34" charset="0"/>
              </a:defRPr>
            </a:lvl1pPr>
            <a:lvl2pPr>
              <a:defRPr sz="2100">
                <a:latin typeface="HDA DIN Office" panose="020B0503030000020003" pitchFamily="34" charset="0"/>
              </a:defRPr>
            </a:lvl2pPr>
            <a:lvl3pPr>
              <a:defRPr sz="1800">
                <a:latin typeface="HDA DIN Office" panose="020B0503030000020003" pitchFamily="34" charset="0"/>
              </a:defRPr>
            </a:lvl3pPr>
            <a:lvl4pPr>
              <a:defRPr sz="1500">
                <a:latin typeface="HDA DIN Office" panose="020B0503030000020003" pitchFamily="34" charset="0"/>
              </a:defRPr>
            </a:lvl4pPr>
            <a:lvl5pPr>
              <a:defRPr sz="1500">
                <a:latin typeface="HDA DIN Office" panose="020B0503030000020003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74549"/>
            <a:ext cx="2763847" cy="3203350"/>
          </a:xfrm>
        </p:spPr>
        <p:txBody>
          <a:bodyPr/>
          <a:lstStyle>
            <a:lvl1pPr marL="0" indent="0">
              <a:buNone/>
              <a:defRPr sz="1050">
                <a:latin typeface="HDA DIN Office" panose="020B0503030000020003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A4FDD83-5E3B-4161-C2C3-BD4BAFD955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>
                <a:latin typeface="HDA DIN Office" panose="020B0503030000020003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F78551-7760-33B1-C163-32F09329A8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182465" cy="857250"/>
          </a:xfrm>
        </p:spPr>
        <p:txBody>
          <a:bodyPr anchor="b">
            <a:normAutofit/>
          </a:bodyPr>
          <a:lstStyle>
            <a:lvl1pPr algn="l"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HDA DIN Office" panose="020B0503030000020003" pitchFamily="34" charset="0"/>
              </a:defRPr>
            </a:lvl1pPr>
            <a:lvl2pPr>
              <a:defRPr>
                <a:latin typeface="HDA DIN Office" panose="020B0503030000020003" pitchFamily="34" charset="0"/>
              </a:defRPr>
            </a:lvl2pPr>
            <a:lvl3pPr>
              <a:defRPr>
                <a:latin typeface="HDA DIN Office" panose="020B0503030000020003" pitchFamily="34" charset="0"/>
              </a:defRPr>
            </a:lvl3pPr>
            <a:lvl4pPr>
              <a:defRPr>
                <a:latin typeface="HDA DIN Office" panose="020B0503030000020003" pitchFamily="34" charset="0"/>
              </a:defRPr>
            </a:lvl4pPr>
            <a:lvl5pPr>
              <a:defRPr>
                <a:latin typeface="HDA DIN Office" panose="020B05030300000200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5FCA466-000F-E25F-8B16-F72E82936A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05979"/>
            <a:ext cx="2057400" cy="4388644"/>
          </a:xfrm>
        </p:spPr>
        <p:txBody>
          <a:bodyPr vert="eaVert" anchor="b">
            <a:normAutofit/>
          </a:bodyPr>
          <a:lstStyle>
            <a:lvl1pPr algn="l">
              <a:defRPr sz="2600">
                <a:latin typeface="HDA DIN Office Bold" panose="020B080303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>
                <a:latin typeface="HDA DIN Office" panose="020B0503030000020003" pitchFamily="34" charset="0"/>
              </a:defRPr>
            </a:lvl1pPr>
            <a:lvl2pPr>
              <a:defRPr>
                <a:latin typeface="HDA DIN Office" panose="020B0503030000020003" pitchFamily="34" charset="0"/>
              </a:defRPr>
            </a:lvl2pPr>
            <a:lvl3pPr>
              <a:defRPr>
                <a:latin typeface="HDA DIN Office" panose="020B0503030000020003" pitchFamily="34" charset="0"/>
              </a:defRPr>
            </a:lvl3pPr>
            <a:lvl4pPr>
              <a:defRPr>
                <a:latin typeface="HDA DIN Office" panose="020B0503030000020003" pitchFamily="34" charset="0"/>
              </a:defRPr>
            </a:lvl4pPr>
            <a:lvl5pPr>
              <a:defRPr>
                <a:latin typeface="HDA DIN Office" panose="020B05030300000200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22376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D3B0E35-2798-B89E-1E03-A22EF8847A1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2000" y="180000"/>
            <a:ext cx="1162800" cy="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HDA DIN Office Bold" panose="020B0803030000020004" pitchFamily="34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DA DIN Office" panose="020B05030300000200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HDA DIN Office" panose="020B05030300000200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DA DIN Office" panose="020B05030300000200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HDA DIN Office" panose="020B05030300000200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HDA DIN Office" panose="020B05030300000200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defTabSz="685800">
              <a:lnSpc>
                <a:spcPct val="90000"/>
              </a:lnSpc>
            </a:pPr>
            <a:r>
              <a:rPr lang="en-US" sz="2400" dirty="0">
                <a:latin typeface="HDA DIN Office Bold" panose="020B0803030000020004" pitchFamily="34" charset="0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14721"/>
            <a:ext cx="6400800" cy="504888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Bildschirmpräsentation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HDA DIN Office</vt:lpstr>
      <vt:lpstr>HDA DIN Office 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Zwiener</cp:lastModifiedBy>
  <cp:revision>22</cp:revision>
  <dcterms:created xsi:type="dcterms:W3CDTF">2017-06-05T14:10:58Z</dcterms:created>
  <dcterms:modified xsi:type="dcterms:W3CDTF">2025-08-13T14:57:57Z</dcterms:modified>
</cp:coreProperties>
</file>